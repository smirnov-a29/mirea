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2310" y="1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3958A8-E08F-4677-BC62-FA9F98B0FD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0117D83-7C99-4AE1-93AF-1C8A89DE93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E7F6C3-C8F6-4006-B350-B925EEF57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C597-21DF-4E1A-BB34-7130C94B6F7E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BE1990-EF58-4B13-98AF-8FD6ACCC0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12F404-D07C-47D6-9F1B-2A38F6EC0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C605-81DC-4FA1-84EE-D7BA6A96DE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3065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DD94ED-EFE8-4421-808A-D5DAAF4AA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F29ED5-BC96-4A92-9B88-CB32474C8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FFA808-8894-42C3-87BB-58C4C596A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C597-21DF-4E1A-BB34-7130C94B6F7E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D95461-7A9F-4B01-B060-D9ACB148E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8ACB0B-E85A-4AFC-8D06-A54BBD8AC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C605-81DC-4FA1-84EE-D7BA6A96DE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0675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A90FE9-6D18-4619-BE9A-DA811DF49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6363E63-A567-4B70-80E4-E37E5E436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658A47-0A4A-45CC-904E-7F0BADBC0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C597-21DF-4E1A-BB34-7130C94B6F7E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F19A5C-3F3F-40DD-8407-D9BB78CDB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711F77-657B-428D-9F5F-EE96AD67A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C605-81DC-4FA1-84EE-D7BA6A96DE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1189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3FEBA1-210E-4061-B0CB-9DD4E91C1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4053F2-300B-4033-A1AF-7A6A2C5A2E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5757EE4-BB7A-4015-AE07-5F6CA1AFE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38B2D88-3AD4-4E81-97F5-DC24BE85E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C597-21DF-4E1A-BB34-7130C94B6F7E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5AA6DFF-9275-4286-9734-D99468DF6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B3FFA10-F4E5-4548-8767-5D089E58C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C605-81DC-4FA1-84EE-D7BA6A96DE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2002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C0CB8D-3895-40B7-9B9E-1DB12CD81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1CDD381-5F4E-4FCA-813C-F892D08B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0ED326B-7041-4D04-A9F2-D558114EF7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7BC1DB7-01C4-4388-9FFC-F6C27AF51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CC0CAB0-6D1A-4818-9168-61428BD13A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6FA60F4-992E-484A-9D03-83F110C31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C597-21DF-4E1A-BB34-7130C94B6F7E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8E16818-9549-4DBC-BE1D-3852EB930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9BB010A-3BFC-4C7A-9956-B72FE1EA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C605-81DC-4FA1-84EE-D7BA6A96DE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3650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B90FD0-B8A3-477C-9706-EB5199231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7A22577-2426-4899-BD6F-3277FAED2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C597-21DF-4E1A-BB34-7130C94B6F7E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A97EFDB-B3CF-4609-B30E-CC440BB52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9BDFA80-F5C3-4C3E-B8A5-838410646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C605-81DC-4FA1-84EE-D7BA6A96DE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0665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FA6157D-78A0-42BE-8D55-06D33E2AF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C597-21DF-4E1A-BB34-7130C94B6F7E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FF60C32-F07E-4C3A-AE4B-054B4538F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14FD969-C8F8-4144-8D85-EACF921EF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C605-81DC-4FA1-84EE-D7BA6A96DE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2749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EEB5F8-D922-4F29-9CE5-3ED6E4FE5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8D9F49-6FAA-47AB-B0B3-0C0F6A652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BCF6BD9-5113-4047-AB77-7AB7F8D8DA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D804241-D6AA-4FC1-A5C2-BD625DC39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C597-21DF-4E1A-BB34-7130C94B6F7E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6B058D-E75E-4AA5-AA80-F06416663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8D295C2-ADBF-4C00-B2E8-1DCD8B169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C605-81DC-4FA1-84EE-D7BA6A96DE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5223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5BDCD-7381-42F6-84E6-D829EA555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EF95BA6-5AA7-4717-9182-8609D06889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3B92DDD-C1B2-4EE0-9F9F-52E70A49C1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D429353-5779-47BB-83FB-7F9754EC3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C597-21DF-4E1A-BB34-7130C94B6F7E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9FA82C3-429E-402A-A9A5-5A967FC44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426451A-C714-4876-AA0F-CD944D375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C605-81DC-4FA1-84EE-D7BA6A96DE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9098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4A3B7E-22B1-4E5B-B818-6F10DD7CF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C129A28-DCB0-4147-A672-163D11AADE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BF3FBE-F587-4AE0-AF00-6DABE94E3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C597-21DF-4E1A-BB34-7130C94B6F7E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6F8F12-4219-43C2-9289-5D50130EA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774DF3-E6B0-4817-BA95-BC4AECC8C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C605-81DC-4FA1-84EE-D7BA6A96DE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3400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68C80DA-B6C4-4F8C-8F88-326209156A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36BB7D5-64A9-4DB4-96E8-BE49568D2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9EB82A-6BBB-4160-B6E2-825700887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C597-21DF-4E1A-BB34-7130C94B6F7E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791894-0254-46E0-9246-5288E7D71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1BACE7-E1FE-4124-88C0-6A5F0E17B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C605-81DC-4FA1-84EE-D7BA6A96DE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082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1C8E38-2EFD-4A0E-BD24-FD9016BAE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D43FB98-F03F-4787-8813-0930582E1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63A324-106C-496F-8E63-CE79E7108A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2C597-21DF-4E1A-BB34-7130C94B6F7E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41D465-0609-4F2F-9701-B57271DA9F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F7843A-58D5-483F-9F40-D485609210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70C605-81DC-4FA1-84EE-D7BA6A96DE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9228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DCB346-8A4C-4232-9142-97D9422898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Практическая работа 19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0C2613-26BF-4AC6-ACD0-7E0D2CF429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Выполнил студент группы </a:t>
            </a:r>
            <a:r>
              <a:rPr lang="ru-RU" dirty="0" smtClean="0"/>
              <a:t>ИКБО-66-23</a:t>
            </a:r>
            <a:endParaRPr lang="ru-RU" dirty="0"/>
          </a:p>
          <a:p>
            <a:pPr algn="r"/>
            <a:r>
              <a:rPr lang="ru-RU" dirty="0" smtClean="0"/>
              <a:t>Смирнов</a:t>
            </a:r>
            <a:r>
              <a:rPr lang="ru-RU" dirty="0" smtClean="0"/>
              <a:t> А.Ю.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160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3EDFD9-55E8-45DB-BF1D-18E474906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D2B067-EA22-418D-A33C-662B174E4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 основе выбранного процесса создать дерево функций</a:t>
            </a:r>
          </a:p>
          <a:p>
            <a:r>
              <a:rPr lang="ru-RU" dirty="0"/>
              <a:t>подготовить презентацию для публичной защиты дерева функций: указать какую модель структуризации бизнес-процессов выбрали, какой процесс взят для представления его в виде функциональной модели</a:t>
            </a:r>
          </a:p>
        </p:txBody>
      </p:sp>
    </p:spTree>
    <p:extLst>
      <p:ext uri="{BB962C8B-B14F-4D97-AF65-F5344CB8AC3E}">
        <p14:creationId xmlns:p14="http://schemas.microsoft.com/office/powerpoint/2010/main" val="855764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962B3B-CCD9-4393-BECE-C6FCA549C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Дерево функции (приготовить чебурек)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14" y="1690689"/>
            <a:ext cx="10943772" cy="4593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1598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</Words>
  <Application>Microsoft Office PowerPoint</Application>
  <PresentationFormat>Широкоэкранный</PresentationFormat>
  <Paragraphs>7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Тема Office</vt:lpstr>
      <vt:lpstr>Практическая работа 19</vt:lpstr>
      <vt:lpstr>Постановка задачи</vt:lpstr>
      <vt:lpstr>Дерево функции (приготовить чебурек)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19</dc:title>
  <dc:creator>𝓐𝓷𝓭𝓻𝓮𝔀 𝓖𝓻𝓲𝓼𝓴𝓲𝓷</dc:creator>
  <cp:lastModifiedBy>Студент</cp:lastModifiedBy>
  <cp:revision>2</cp:revision>
  <dcterms:created xsi:type="dcterms:W3CDTF">2024-12-21T06:21:07Z</dcterms:created>
  <dcterms:modified xsi:type="dcterms:W3CDTF">2025-11-29T13:43:00Z</dcterms:modified>
</cp:coreProperties>
</file>