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3" r:id="rId8"/>
    <p:sldId id="264" r:id="rId9"/>
    <p:sldId id="265" r:id="rId10"/>
    <p:sldId id="26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4B188-CD21-4F7C-BD33-B1A3ADE488EB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117A5-AF8C-476D-B56B-28901B074150}" type="slidenum">
              <a:rPr lang="ru-RU" smtClean="0"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7006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4B188-CD21-4F7C-BD33-B1A3ADE488EB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117A5-AF8C-476D-B56B-28901B0741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4789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4B188-CD21-4F7C-BD33-B1A3ADE488EB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117A5-AF8C-476D-B56B-28901B0741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1807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4B188-CD21-4F7C-BD33-B1A3ADE488EB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117A5-AF8C-476D-B56B-28901B0741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29640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4B188-CD21-4F7C-BD33-B1A3ADE488EB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117A5-AF8C-476D-B56B-28901B0741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51280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4B188-CD21-4F7C-BD33-B1A3ADE488EB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117A5-AF8C-476D-B56B-28901B0741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2509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4B188-CD21-4F7C-BD33-B1A3ADE488EB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117A5-AF8C-476D-B56B-28901B0741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4221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4B188-CD21-4F7C-BD33-B1A3ADE488EB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117A5-AF8C-476D-B56B-28901B0741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48009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4B188-CD21-4F7C-BD33-B1A3ADE488EB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117A5-AF8C-476D-B56B-28901B0741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1384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4B188-CD21-4F7C-BD33-B1A3ADE488EB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117A5-AF8C-476D-B56B-28901B0741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462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4B188-CD21-4F7C-BD33-B1A3ADE488EB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117A5-AF8C-476D-B56B-28901B0741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50801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4B188-CD21-4F7C-BD33-B1A3ADE488EB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117A5-AF8C-476D-B56B-28901B074150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34753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4B188-CD21-4F7C-BD33-B1A3ADE488EB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117A5-AF8C-476D-B56B-28901B0741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72920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4B188-CD21-4F7C-BD33-B1A3ADE488EB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117A5-AF8C-476D-B56B-28901B074150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875681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4B188-CD21-4F7C-BD33-B1A3ADE488EB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117A5-AF8C-476D-B56B-28901B0741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1512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4B188-CD21-4F7C-BD33-B1A3ADE488EB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117A5-AF8C-476D-B56B-28901B0741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62770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4B188-CD21-4F7C-BD33-B1A3ADE488EB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B117A5-AF8C-476D-B56B-28901B0741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661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02A4B188-CD21-4F7C-BD33-B1A3ADE488EB}" type="datetimeFigureOut">
              <a:rPr lang="ru-RU" smtClean="0"/>
              <a:t>08.11.2025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40B117A5-AF8C-476D-B56B-28901B0741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71052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10981314" cy="2971801"/>
          </a:xfrm>
        </p:spPr>
        <p:txBody>
          <a:bodyPr>
            <a:noAutofit/>
          </a:bodyPr>
          <a:lstStyle/>
          <a:p>
            <a:r>
              <a:rPr lang="ru-RU" sz="6600" dirty="0"/>
              <a:t>Отработка применения типизации событий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84211" y="3843867"/>
            <a:ext cx="10981315" cy="1947333"/>
          </a:xfrm>
        </p:spPr>
        <p:txBody>
          <a:bodyPr/>
          <a:lstStyle/>
          <a:p>
            <a:pPr algn="r"/>
            <a:r>
              <a:rPr lang="ru-RU" dirty="0">
                <a:solidFill>
                  <a:schemeClr val="tx1"/>
                </a:solidFill>
                <a:latin typeface="+mj-lt"/>
              </a:rPr>
              <a:t>Выполнил студент группы </a:t>
            </a:r>
            <a:r>
              <a:rPr lang="ru-RU" dirty="0" smtClean="0">
                <a:solidFill>
                  <a:schemeClr val="tx1"/>
                </a:solidFill>
                <a:latin typeface="+mj-lt"/>
              </a:rPr>
              <a:t>ИКБО</a:t>
            </a:r>
            <a:r>
              <a:rPr lang="en-US" dirty="0" smtClean="0">
                <a:solidFill>
                  <a:schemeClr val="tx1"/>
                </a:solidFill>
                <a:latin typeface="+mj-lt"/>
              </a:rPr>
              <a:t>-66</a:t>
            </a:r>
            <a:r>
              <a:rPr lang="ru-RU" dirty="0" smtClean="0">
                <a:solidFill>
                  <a:schemeClr val="tx1"/>
                </a:solidFill>
                <a:latin typeface="+mj-lt"/>
              </a:rPr>
              <a:t>-2</a:t>
            </a:r>
            <a:r>
              <a:rPr lang="en-US" dirty="0" smtClean="0">
                <a:solidFill>
                  <a:schemeClr val="tx1"/>
                </a:solidFill>
                <a:latin typeface="+mj-lt"/>
              </a:rPr>
              <a:t>3</a:t>
            </a:r>
            <a:endParaRPr lang="ru-RU" dirty="0">
              <a:solidFill>
                <a:schemeClr val="tx1"/>
              </a:solidFill>
              <a:latin typeface="+mj-lt"/>
            </a:endParaRPr>
          </a:p>
          <a:p>
            <a:pPr algn="r"/>
            <a:r>
              <a:rPr lang="ru-RU" dirty="0" smtClean="0">
                <a:solidFill>
                  <a:schemeClr val="tx1"/>
                </a:solidFill>
                <a:latin typeface="+mj-lt"/>
              </a:rPr>
              <a:t>Смирнов А.Ю.</a:t>
            </a:r>
            <a:endParaRPr lang="ru-RU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33078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4212" y="498764"/>
            <a:ext cx="10805824" cy="1293091"/>
          </a:xfrm>
        </p:spPr>
        <p:txBody>
          <a:bodyPr>
            <a:noAutofit/>
          </a:bodyPr>
          <a:lstStyle/>
          <a:p>
            <a:r>
              <a:rPr lang="ru-RU" sz="3200" dirty="0"/>
              <a:t>Постановка задачи:</a:t>
            </a:r>
            <a:br>
              <a:rPr lang="ru-RU" sz="3200" dirty="0"/>
            </a:br>
            <a:endParaRPr lang="ru-RU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80E89E-960F-4DB8-AFC8-904A3BA2BC39}"/>
              </a:ext>
            </a:extLst>
          </p:cNvPr>
          <p:cNvSpPr txBox="1"/>
          <p:nvPr/>
        </p:nvSpPr>
        <p:spPr>
          <a:xfrm>
            <a:off x="462866" y="1791855"/>
            <a:ext cx="1092471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/>
              <a:t>на основе выданного преподавателем варианта задания:</a:t>
            </a:r>
            <a:br>
              <a:rPr lang="ru-RU" sz="1800" dirty="0"/>
            </a:br>
            <a:r>
              <a:rPr lang="ru-RU" sz="1800" dirty="0"/>
              <a:t>а) сформировать текстовое описание бизнес-процесса,</a:t>
            </a:r>
            <a:r>
              <a:rPr lang="en-US" sz="1800" dirty="0"/>
              <a:t/>
            </a:r>
            <a:br>
              <a:rPr lang="en-US" sz="1800" dirty="0"/>
            </a:br>
            <a:r>
              <a:rPr lang="ru-RU" sz="1800" dirty="0"/>
              <a:t>б) построить бизнес-процесс в нотации BPMN,</a:t>
            </a:r>
            <a:r>
              <a:rPr lang="en-US" sz="1800" dirty="0"/>
              <a:t/>
            </a:r>
            <a:br>
              <a:rPr lang="en-US" sz="1800" dirty="0"/>
            </a:br>
            <a:r>
              <a:rPr lang="ru-RU" sz="1800" dirty="0"/>
              <a:t>в) подготовить презентацию для публичной защиты бизнес-процесса, защитить полученную модель.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72261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4211" y="4487332"/>
            <a:ext cx="11118147" cy="1507067"/>
          </a:xfrm>
        </p:spPr>
        <p:txBody>
          <a:bodyPr>
            <a:normAutofit/>
          </a:bodyPr>
          <a:lstStyle/>
          <a:p>
            <a:r>
              <a:rPr lang="ru-RU" dirty="0"/>
              <a:t>Схема процесса “Приготовить блюдо под заказ”</a:t>
            </a:r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211" y="685799"/>
            <a:ext cx="8534401" cy="3615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240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4211" y="4487332"/>
            <a:ext cx="11071013" cy="1507067"/>
          </a:xfrm>
        </p:spPr>
        <p:txBody>
          <a:bodyPr>
            <a:normAutofit/>
          </a:bodyPr>
          <a:lstStyle/>
          <a:p>
            <a:r>
              <a:rPr lang="ru-RU" dirty="0"/>
              <a:t>Схема подпроцесса “Подготовить тесто”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Рисунок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211" y="685800"/>
            <a:ext cx="8534401" cy="3615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5659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4211" y="4487332"/>
            <a:ext cx="10797635" cy="1507067"/>
          </a:xfrm>
        </p:spPr>
        <p:txBody>
          <a:bodyPr>
            <a:normAutofit/>
          </a:bodyPr>
          <a:lstStyle/>
          <a:p>
            <a:r>
              <a:rPr lang="ru-RU" dirty="0"/>
              <a:t>Схема подпроцесса “Подготовить начинку”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211" y="685800"/>
            <a:ext cx="8534401" cy="3615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7690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10796588" cy="1507067"/>
          </a:xfrm>
        </p:spPr>
        <p:txBody>
          <a:bodyPr>
            <a:normAutofit/>
          </a:bodyPr>
          <a:lstStyle/>
          <a:p>
            <a:r>
              <a:rPr lang="ru-RU" dirty="0"/>
              <a:t>Схема подпроцесса “Сформировать </a:t>
            </a:r>
            <a:r>
              <a:rPr lang="ru-RU" dirty="0" smtClean="0"/>
              <a:t>ШАРЛОТКУ”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6" name="Рисунок 5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724" y="685800"/>
            <a:ext cx="8629888" cy="3615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4117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4211" y="4487332"/>
            <a:ext cx="10454843" cy="1507067"/>
          </a:xfrm>
        </p:spPr>
        <p:txBody>
          <a:bodyPr>
            <a:normAutofit/>
          </a:bodyPr>
          <a:lstStyle/>
          <a:p>
            <a:r>
              <a:rPr lang="ru-RU" dirty="0"/>
              <a:t>Схема </a:t>
            </a:r>
            <a:r>
              <a:rPr lang="ru-RU" dirty="0" err="1"/>
              <a:t>подпроцесса</a:t>
            </a:r>
            <a:r>
              <a:rPr lang="ru-RU" dirty="0"/>
              <a:t> </a:t>
            </a:r>
            <a:r>
              <a:rPr lang="ru-RU" dirty="0" smtClean="0"/>
              <a:t>“</a:t>
            </a:r>
            <a:r>
              <a:rPr lang="en-US" dirty="0" smtClean="0"/>
              <a:t>C</a:t>
            </a:r>
            <a:r>
              <a:rPr lang="ru-RU" dirty="0" smtClean="0"/>
              <a:t>ОБРАТЬ ШАРЛОТКУ”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Рисунок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211" y="685800"/>
            <a:ext cx="8534401" cy="3615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3273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10685752" cy="1507067"/>
          </a:xfrm>
        </p:spPr>
        <p:txBody>
          <a:bodyPr>
            <a:normAutofit/>
          </a:bodyPr>
          <a:lstStyle/>
          <a:p>
            <a:r>
              <a:rPr lang="ru-RU" dirty="0"/>
              <a:t>Схема </a:t>
            </a:r>
            <a:r>
              <a:rPr lang="ru-RU" dirty="0" err="1"/>
              <a:t>подпроцесса</a:t>
            </a:r>
            <a:r>
              <a:rPr lang="ru-RU" dirty="0"/>
              <a:t> </a:t>
            </a:r>
            <a:r>
              <a:rPr lang="ru-RU" dirty="0" smtClean="0"/>
              <a:t>“</a:t>
            </a:r>
            <a:r>
              <a:rPr lang="ru-RU" dirty="0"/>
              <a:t>Испечь шарлотку</a:t>
            </a:r>
            <a:r>
              <a:rPr lang="ru-RU" dirty="0" smtClean="0"/>
              <a:t>”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212" y="685800"/>
            <a:ext cx="8534399" cy="3615267"/>
          </a:xfrm>
          <a:prstGeom prst="rect">
            <a:avLst/>
          </a:prstGeom>
        </p:spPr>
      </p:pic>
      <p:pic>
        <p:nvPicPr>
          <p:cNvPr id="6" name="Рисунок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211" y="685799"/>
            <a:ext cx="8534399" cy="3615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0798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10685752" cy="1507067"/>
          </a:xfrm>
        </p:spPr>
        <p:txBody>
          <a:bodyPr>
            <a:normAutofit/>
          </a:bodyPr>
          <a:lstStyle/>
          <a:p>
            <a:r>
              <a:rPr lang="ru-RU" dirty="0"/>
              <a:t>Схема подпроцесса “Выполнить сервировку”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212" y="685800"/>
            <a:ext cx="8534399" cy="3615267"/>
          </a:xfrm>
          <a:prstGeom prst="rect">
            <a:avLst/>
          </a:prstGeom>
        </p:spPr>
      </p:pic>
      <p:pic>
        <p:nvPicPr>
          <p:cNvPr id="6" name="Рисунок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211" y="685799"/>
            <a:ext cx="8534399" cy="3615267"/>
          </a:xfrm>
          <a:prstGeom prst="rect">
            <a:avLst/>
          </a:prstGeom>
        </p:spPr>
      </p:pic>
      <p:pic>
        <p:nvPicPr>
          <p:cNvPr id="7" name="Рисунок 6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209" y="685798"/>
            <a:ext cx="8534401" cy="3615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3624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06839" y="2682934"/>
            <a:ext cx="10178322" cy="1492132"/>
          </a:xfrm>
        </p:spPr>
        <p:txBody>
          <a:bodyPr>
            <a:normAutofit/>
          </a:bodyPr>
          <a:lstStyle/>
          <a:p>
            <a:pPr algn="ctr"/>
            <a:r>
              <a:rPr lang="ru-RU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465770550"/>
      </p:ext>
    </p:extLst>
  </p:cSld>
  <p:clrMapOvr>
    <a:masterClrMapping/>
  </p:clrMapOvr>
</p:sld>
</file>

<file path=ppt/theme/theme1.xml><?xml version="1.0" encoding="utf-8"?>
<a:theme xmlns:a="http://schemas.openxmlformats.org/drawingml/2006/main" name="Сектор">
  <a:themeElements>
    <a:clrScheme name="Сектор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Сектор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Сектор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139</TotalTime>
  <Words>105</Words>
  <Application>Microsoft Office PowerPoint</Application>
  <PresentationFormat>Широкоэкранный</PresentationFormat>
  <Paragraphs>13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3" baseType="lpstr">
      <vt:lpstr>Century Gothic</vt:lpstr>
      <vt:lpstr>Wingdings 3</vt:lpstr>
      <vt:lpstr>Сектор</vt:lpstr>
      <vt:lpstr>Отработка применения типизации событий</vt:lpstr>
      <vt:lpstr>Постановка задачи: </vt:lpstr>
      <vt:lpstr>Схема процесса “Приготовить блюдо под заказ”</vt:lpstr>
      <vt:lpstr>Схема подпроцесса “Подготовить тесто”</vt:lpstr>
      <vt:lpstr>Схема подпроцесса “Подготовить начинку”</vt:lpstr>
      <vt:lpstr>Схема подпроцесса “Сформировать ШАРЛОТКУ”</vt:lpstr>
      <vt:lpstr>Схема подпроцесса “CОБРАТЬ ШАРЛОТКУ”</vt:lpstr>
      <vt:lpstr>Схема подпроцесса “Испечь шарлотку”</vt:lpstr>
      <vt:lpstr>Схема подпроцесса “Выполнить сервировку”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Отработка применения типизации событий</dc:title>
  <dc:creator>Andrew Rarmash</dc:creator>
  <cp:lastModifiedBy>Студент</cp:lastModifiedBy>
  <cp:revision>19</cp:revision>
  <dcterms:created xsi:type="dcterms:W3CDTF">2024-11-02T07:07:43Z</dcterms:created>
  <dcterms:modified xsi:type="dcterms:W3CDTF">2025-11-08T14:13:12Z</dcterms:modified>
</cp:coreProperties>
</file>