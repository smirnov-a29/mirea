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16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5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35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73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6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3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64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1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09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88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07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2680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430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250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410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83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64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09794F-0A96-4796-BF31-9CF02BA10905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4C280CF-ED6D-4646-9605-E58EF1EFAB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152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56C6A-8B61-4E55-9BCF-3F5D7D8F5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Репозитории бизнес-процессов в компаниях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016DFE-11A7-412D-901A-4A9072467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2" y="3906982"/>
            <a:ext cx="9509743" cy="1828800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Смирнов А.Ю.</a:t>
            </a:r>
          </a:p>
        </p:txBody>
      </p:sp>
    </p:spTree>
    <p:extLst>
      <p:ext uri="{BB962C8B-B14F-4D97-AF65-F5344CB8AC3E}">
        <p14:creationId xmlns:p14="http://schemas.microsoft.com/office/powerpoint/2010/main" val="288338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23412-FBBD-46FE-9486-DA45C880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репозитория бизнес-процессов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E7C39-76DA-46C1-8C21-E0D7E616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182205" cy="4058751"/>
          </a:xfrm>
        </p:spPr>
        <p:txBody>
          <a:bodyPr/>
          <a:lstStyle/>
          <a:p>
            <a:r>
              <a:rPr lang="ru-RU" dirty="0"/>
              <a:t>Репозиторий бизнес-процессов — это централизованное хранилище, где хранится информация о бизнес-процессах компании. Он может включать схемы процессов, их описания, регламенты, метрики и другие данные, необходимые для управления процессами. Репозитории помогают упростить доступ к информации, стандартизировать процессы и обеспечить их документирование.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A07201FE-0C73-6DBD-A4AB-3FCC8FCD5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58" y="2398058"/>
            <a:ext cx="2468285" cy="24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0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9CDB9-99BC-4BD3-AA48-B8DD30AC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компании репозиторий бизнес-процессов?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8F9001-CA39-4CB1-9E5D-F7922BCF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459296" cy="4058751"/>
          </a:xfrm>
        </p:spPr>
        <p:txBody>
          <a:bodyPr/>
          <a:lstStyle/>
          <a:p>
            <a:r>
              <a:rPr lang="ru-RU" dirty="0"/>
              <a:t>упрощают доступ к информации для всех сотрудников</a:t>
            </a:r>
          </a:p>
          <a:p>
            <a:r>
              <a:rPr lang="ru-RU" dirty="0"/>
              <a:t>позволяют стандартизировать процессы и снизить риски.</a:t>
            </a:r>
          </a:p>
          <a:p>
            <a:r>
              <a:rPr lang="ru-RU" dirty="0"/>
              <a:t>способствуют целостному управлению бизнес-процессами, помогая выявлять узкие места и улучшать процессы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60606AB-DB70-4530-8603-62C76956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99" y="1958108"/>
            <a:ext cx="3228109" cy="322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82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C79B1-7921-4E0B-9850-EDB69317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репозитория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3720BB-9AB5-4E66-9B58-A3D7F2BB7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Схемы процессов</a:t>
            </a:r>
          </a:p>
          <a:p>
            <a:pPr algn="ctr"/>
            <a:r>
              <a:rPr lang="ru-RU" dirty="0"/>
              <a:t>Регламенты</a:t>
            </a:r>
          </a:p>
          <a:p>
            <a:pPr algn="ctr"/>
            <a:r>
              <a:rPr lang="ru-RU" dirty="0"/>
              <a:t>Метрики</a:t>
            </a:r>
          </a:p>
          <a:p>
            <a:pPr algn="ctr"/>
            <a:r>
              <a:rPr lang="ru-RU" dirty="0"/>
              <a:t>Описания ролей</a:t>
            </a:r>
          </a:p>
          <a:p>
            <a:pPr algn="ctr"/>
            <a:r>
              <a:rPr lang="ru-RU" dirty="0"/>
              <a:t>Ответственность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164227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A85AF-6EC3-4DA8-81A1-3C4F2B78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 способы реализации репозиториев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8E8A5AC-687C-4DE9-B794-A0BAEC8468F4}"/>
              </a:ext>
            </a:extLst>
          </p:cNvPr>
          <p:cNvSpPr/>
          <p:nvPr/>
        </p:nvSpPr>
        <p:spPr>
          <a:xfrm>
            <a:off x="4904507" y="1580050"/>
            <a:ext cx="163483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Типы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94C92EA-CBED-4ADD-8823-71445FE0ABEE}"/>
              </a:ext>
            </a:extLst>
          </p:cNvPr>
          <p:cNvSpPr/>
          <p:nvPr/>
        </p:nvSpPr>
        <p:spPr>
          <a:xfrm>
            <a:off x="2008906" y="2605286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Централизованные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8BCD9780-3354-43EB-BA55-669642652278}"/>
              </a:ext>
            </a:extLst>
          </p:cNvPr>
          <p:cNvSpPr/>
          <p:nvPr/>
        </p:nvSpPr>
        <p:spPr>
          <a:xfrm>
            <a:off x="6197597" y="2605286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Распределённые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17E6975-3A38-443D-B13C-7CF143B25FE0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3627580" y="2455144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D5E14FF-94EF-4C07-9997-18C71A172BAD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6299928" y="2455144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Овал 17">
            <a:extLst>
              <a:ext uri="{FF2B5EF4-FFF2-40B4-BE49-F238E27FC236}">
                <a16:creationId xmlns:a16="http://schemas.microsoft.com/office/drawing/2014/main" id="{E43390FD-4994-4FA0-AF26-F1E600E05664}"/>
              </a:ext>
            </a:extLst>
          </p:cNvPr>
          <p:cNvSpPr/>
          <p:nvPr/>
        </p:nvSpPr>
        <p:spPr>
          <a:xfrm>
            <a:off x="4904507" y="3785914"/>
            <a:ext cx="163483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Способы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2F10F475-45BE-4682-8B8E-533692E6090A}"/>
              </a:ext>
            </a:extLst>
          </p:cNvPr>
          <p:cNvSpPr/>
          <p:nvPr/>
        </p:nvSpPr>
        <p:spPr>
          <a:xfrm>
            <a:off x="2008906" y="4811150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 системы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2D8332FC-1DE8-45F6-A19D-CF6DA2A51DDF}"/>
              </a:ext>
            </a:extLst>
          </p:cNvPr>
          <p:cNvSpPr/>
          <p:nvPr/>
        </p:nvSpPr>
        <p:spPr>
          <a:xfrm>
            <a:off x="6197597" y="4811150"/>
            <a:ext cx="3237347" cy="10252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Облачные решения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5879C63-70DD-4904-AE97-26A9EEE924B0}"/>
              </a:ext>
            </a:extLst>
          </p:cNvPr>
          <p:cNvCxnSpPr>
            <a:stCxn id="18" idx="3"/>
            <a:endCxn id="19" idx="0"/>
          </p:cNvCxnSpPr>
          <p:nvPr/>
        </p:nvCxnSpPr>
        <p:spPr>
          <a:xfrm flipH="1">
            <a:off x="3627580" y="4661008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43E886E-845D-4936-AB0C-E13C60FF0510}"/>
              </a:ext>
            </a:extLst>
          </p:cNvPr>
          <p:cNvCxnSpPr>
            <a:stCxn id="18" idx="5"/>
            <a:endCxn id="20" idx="0"/>
          </p:cNvCxnSpPr>
          <p:nvPr/>
        </p:nvCxnSpPr>
        <p:spPr>
          <a:xfrm>
            <a:off x="6299928" y="4661008"/>
            <a:ext cx="1516343" cy="150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36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AC4D7-0589-44C8-A22D-C85F9D16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Применение репозитория для моделирования и оптимизации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012C26-45E0-4E00-862D-369A06DA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Репозиторий играет важную роль в моделировании и оптимизации бизнес-процессов. Благодаря доступу к полной информации, аналитики могут быстрее строить модели и находить узкие места. При внесении изменений репозиторий позволяет отслеживать и документировать улучшения, что облегчает оценку их влияния. Это помогает компании гибко адаптироваться к изменениям.</a:t>
            </a:r>
          </a:p>
        </p:txBody>
      </p:sp>
    </p:spTree>
    <p:extLst>
      <p:ext uri="{BB962C8B-B14F-4D97-AF65-F5344CB8AC3E}">
        <p14:creationId xmlns:p14="http://schemas.microsoft.com/office/powerpoint/2010/main" val="320553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562E6-8B94-45E8-9F3D-66F0B22E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успешного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21F964-2804-473D-AF07-49B8698C6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Пример 1: Производственная компания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Цель:</a:t>
            </a:r>
            <a:r>
              <a:rPr lang="ru-RU" dirty="0"/>
              <a:t> Сокращение времени простоя оборудования.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Результат:</a:t>
            </a:r>
            <a:r>
              <a:rPr lang="ru-RU" dirty="0"/>
              <a:t> Увеличение эффективности на 15% благодаря оптимизированному процессу обслуживания через доступ к актуальной информации о процессах.</a:t>
            </a:r>
          </a:p>
          <a:p>
            <a:r>
              <a:rPr lang="ru-RU" b="1" dirty="0"/>
              <a:t>Пример 2: Компания из сферы услуг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Цель:</a:t>
            </a:r>
            <a:r>
              <a:rPr lang="ru-RU" dirty="0"/>
              <a:t> Улучшение взаимодействия между отделами.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Результат:</a:t>
            </a:r>
            <a:r>
              <a:rPr lang="ru-RU" dirty="0"/>
              <a:t> Снижение времени обработки клиентских заявок на 25% за счет стандартизации процессов и прозрачности информации.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028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88018-2DE3-447A-B205-D119237A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108FCA-E6AF-4D0E-AC05-9B7DC5F1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Репозиторий бизнес-процессов — это мощный инструмент для управления процессами в компании. Он упрощает доступ к данным, способствует стандартизации и позволяет эффективно оптимизировать процессы. Использование репозитория помогает компаниям быстрее адаптироваться к изменениям и улучшать свою производительность.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3182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27</TotalTime>
  <Words>277</Words>
  <Application>Microsoft Office PowerPoint</Application>
  <PresentationFormat>Широкоэкранный</PresentationFormat>
  <Paragraphs>32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Calisto MT</vt:lpstr>
      <vt:lpstr>Wingdings 2</vt:lpstr>
      <vt:lpstr>Сланец</vt:lpstr>
      <vt:lpstr>Репозитории бизнес-процессов в компаниях</vt:lpstr>
      <vt:lpstr>Понятие репозитория бизнес-процессов</vt:lpstr>
      <vt:lpstr>Зачем компании репозиторий бизнес-процессов?</vt:lpstr>
      <vt:lpstr>Компоненты репозитория</vt:lpstr>
      <vt:lpstr>Типы и способы реализации репозиториев</vt:lpstr>
      <vt:lpstr>Применение репозитория для моделирования и оптимизации</vt:lpstr>
      <vt:lpstr>Примеры успешного использования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Репозитории бизнес-процессов в компаниях</dc:title>
  <dc:creator>𝓐𝓷𝓭𝓻𝓮𝔀 𝓖𝓻𝓲𝓼𝓴𝓲𝓷</dc:creator>
  <cp:lastModifiedBy>андрей смирнов</cp:lastModifiedBy>
  <cp:revision>4</cp:revision>
  <dcterms:created xsi:type="dcterms:W3CDTF">2024-10-26T06:47:58Z</dcterms:created>
  <dcterms:modified xsi:type="dcterms:W3CDTF">2025-10-17T11:22:00Z</dcterms:modified>
</cp:coreProperties>
</file>